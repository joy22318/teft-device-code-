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E6033-D287-9FE7-D6EC-EA2F3DBDF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86B355-14D9-47B9-7FDC-FBD004407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5918D-FD5F-D98D-75F5-9818643DD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1800-267E-4EBF-A8F3-D7A8C3804CF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E1617-EEC6-F20E-ABBA-45C2200F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A9783-4B5A-904B-04DA-E2986A356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2AA8-2DB2-41EF-AC2B-B712A816D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30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31D81-F2E4-7AE0-80D6-EA76C1253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8B632-F28A-7EF0-0F19-AA3B91823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33E88-CFDA-81A8-3B4D-846BD1AE1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1800-267E-4EBF-A8F3-D7A8C3804CF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927DD-7039-2473-EE15-833A9BB53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01A08-C883-80F1-2ED7-2927A449E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2AA8-2DB2-41EF-AC2B-B712A816D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5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2B6D-135D-33F5-AFDB-E2102699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DE9CA-83E0-B719-940D-C3BE2EED0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AA688-A615-AA89-A7F6-B83A2DABE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1800-267E-4EBF-A8F3-D7A8C3804CF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9FA27-A0F7-C3CB-BDDA-5561FBBF2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05B4A-AE1B-FD3A-363A-BC9319D31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2AA8-2DB2-41EF-AC2B-B712A816D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93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1407-C5E3-D274-A408-D9F14EBF2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45BF7-62CC-90F2-F960-295B8B8A2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A0902-6C09-8836-632D-5197500FA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54DDC-3C74-9749-A69D-2B981059D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1800-267E-4EBF-A8F3-D7A8C3804CF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4C165-6C55-F962-823D-2C2890F58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3A75B-51F7-18C6-9D37-EEFF2CC6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2AA8-2DB2-41EF-AC2B-B712A816D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45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AC203-EA47-A9CC-3A94-5337E773B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3DCA6-C565-6C0A-2924-4FCCA9FB4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1D7D84-E84A-0C8F-60B0-7AAD6E7D2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8746BF-FD99-E14D-7430-393915D342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6C1149-8EDD-D58D-C3FD-1F26199622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840B50-C28A-E556-530D-DCBBCCA33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1800-267E-4EBF-A8F3-D7A8C3804CF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A8079-C34B-FCF0-E65D-8D9B7EEC0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E73952-60A6-2305-70A2-95AC2284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2AA8-2DB2-41EF-AC2B-B712A816D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51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C827D-41EE-ADAE-ACC1-B6656F14C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728E56-CEEA-8D62-696D-F86C48F31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1800-267E-4EBF-A8F3-D7A8C3804CF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92856-3C1F-96EA-DA45-8B866655C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FB2F98-FF13-8F06-8E58-42E18D8A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2AA8-2DB2-41EF-AC2B-B712A816D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90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B0C6BA-9B71-B3B0-A836-4BC64B92F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1800-267E-4EBF-A8F3-D7A8C3804CF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47D5D-8039-B61E-0002-F2549EAD4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9CA3A-053B-DB36-08AC-44CDBFF29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2AA8-2DB2-41EF-AC2B-B712A816D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31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921F1-34BB-501A-508C-FE6A3E8DA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FEEA5-FA45-73C4-88E8-C1A0B1EA1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2ACD4-C732-5BF8-E38C-9CBAE0570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E54B1-A27F-9630-5365-57F0D5F03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1800-267E-4EBF-A8F3-D7A8C3804CF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AC394-E40A-7834-C876-5ED68C916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2FF68-C137-84FF-A2C6-0B5EA2D72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2AA8-2DB2-41EF-AC2B-B712A816D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36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EB3AE-C05C-6AE9-A898-50B42C4F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EA6CF2-B881-98DC-57C9-E5CA9082E20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9463-C1D2-35AC-83A2-DA42F9642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A1BC5-D817-00CD-800A-A9F1FAAFA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1800-267E-4EBF-A8F3-D7A8C3804CF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70B9D-0BB0-8D47-14D6-1792955FF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12E4A-DFCB-1669-746B-9542C2FB0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2AA8-2DB2-41EF-AC2B-B712A816D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8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ACA6-61BF-70E7-0769-BB56E9395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52895C-F774-A01E-C9DE-DAA9B1458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65648-8C78-6DEC-0CFC-1CE1A331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1800-267E-4EBF-A8F3-D7A8C3804CF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6D3EE-CCC2-4E3E-F768-56F8E5333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B3CD5-A725-558F-D477-3A9289A3D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2AA8-2DB2-41EF-AC2B-B712A816D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07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D41F88-A9A0-3E0E-85E2-E3E37B8E54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772BB-AED5-CDDD-05EE-90D806D22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D6074-FAEB-AD32-BD14-3309900D6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1800-267E-4EBF-A8F3-D7A8C3804CF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59876-4A8E-06C1-06ED-180DC7DE2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1B089-92D2-5AC2-245B-4FE777F74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2AA8-2DB2-41EF-AC2B-B712A816D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63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C954C5-9B4F-5BE8-2B91-5BF0430C3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04984-3705-8DC9-0E85-D65782BBE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295AA-9F71-1219-DF89-CE24DA1134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E1800-267E-4EBF-A8F3-D7A8C3804CF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B90B2-277F-E700-242B-05B8B3794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C379B-4334-2BEF-9336-7FA32DC87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1C2AA8-2DB2-41EF-AC2B-B712A816D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40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6594BC-3F49-7031-F64B-F00D1BFB15B3}"/>
              </a:ext>
            </a:extLst>
          </p:cNvPr>
          <p:cNvSpPr txBox="1"/>
          <p:nvPr/>
        </p:nvSpPr>
        <p:spPr>
          <a:xfrm>
            <a:off x="3751384" y="2461846"/>
            <a:ext cx="4381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Schrodenger</a:t>
            </a:r>
            <a:r>
              <a:rPr lang="en-US" dirty="0"/>
              <a:t> – Poisson solver NEGF model</a:t>
            </a:r>
          </a:p>
        </p:txBody>
      </p:sp>
    </p:spTree>
    <p:extLst>
      <p:ext uri="{BB962C8B-B14F-4D97-AF65-F5344CB8AC3E}">
        <p14:creationId xmlns:p14="http://schemas.microsoft.com/office/powerpoint/2010/main" val="1171644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0EA166-9CDB-3AFC-4D6C-C4F24CE36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823" y="3429000"/>
            <a:ext cx="4340353" cy="3037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D21D11-29A4-E3BA-1A22-10DBEE504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4" y="112626"/>
            <a:ext cx="4340352" cy="3037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C99F3F-3B4C-9FDE-196C-3349D5B899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282" y="0"/>
            <a:ext cx="4662174" cy="32632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6883E1-94E4-99E9-8751-B96B1A9478D0}"/>
              </a:ext>
            </a:extLst>
          </p:cNvPr>
          <p:cNvSpPr txBox="1"/>
          <p:nvPr/>
        </p:nvSpPr>
        <p:spPr>
          <a:xfrm>
            <a:off x="5498592" y="1170432"/>
            <a:ext cx="148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Without SCF </a:t>
            </a:r>
          </a:p>
        </p:txBody>
      </p:sp>
    </p:spTree>
    <p:extLst>
      <p:ext uri="{BB962C8B-B14F-4D97-AF65-F5344CB8AC3E}">
        <p14:creationId xmlns:p14="http://schemas.microsoft.com/office/powerpoint/2010/main" val="1294865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A98053-0A16-BBB1-FB7C-8C1B1504C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141" y="199476"/>
            <a:ext cx="7057003" cy="49394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60E413-D28E-F648-6F5C-672F7AA7B3B3}"/>
              </a:ext>
            </a:extLst>
          </p:cNvPr>
          <p:cNvSpPr txBox="1"/>
          <p:nvPr/>
        </p:nvSpPr>
        <p:spPr>
          <a:xfrm>
            <a:off x="4888992" y="5974080"/>
            <a:ext cx="2663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self-consistent field</a:t>
            </a:r>
          </a:p>
        </p:txBody>
      </p:sp>
    </p:spTree>
    <p:extLst>
      <p:ext uri="{BB962C8B-B14F-4D97-AF65-F5344CB8AC3E}">
        <p14:creationId xmlns:p14="http://schemas.microsoft.com/office/powerpoint/2010/main" val="2435904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6CC36C-55E7-829A-69B8-B6EDA0C92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638" y="0"/>
            <a:ext cx="89867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062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DC4D69-892B-282E-0BF2-2CAC7F163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925" y="528724"/>
            <a:ext cx="8032363" cy="562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176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7FF241-2C15-6F87-AD3F-78C47A8D1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400"/>
            <a:ext cx="12192000" cy="610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43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</Words>
  <Application>Microsoft Office PowerPoint</Application>
  <PresentationFormat>Widescreen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Marshall, Nikolai William</dc:creator>
  <cp:lastModifiedBy>Marshall, Nikolai William</cp:lastModifiedBy>
  <cp:revision>1</cp:revision>
  <dcterms:created xsi:type="dcterms:W3CDTF">2026-10-01T14:13:48Z</dcterms:created>
  <dcterms:modified xsi:type="dcterms:W3CDTF">2026-10-01T14:20:40Z</dcterms:modified>
</cp:coreProperties>
</file>